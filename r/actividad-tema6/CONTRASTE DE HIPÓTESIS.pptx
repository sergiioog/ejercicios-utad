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980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32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0000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76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6217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2635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437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4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598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933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7457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5960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0416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6777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1388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2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AA868-7E24-4E5C-9A7F-57787B255BC2}" type="datetimeFigureOut">
              <a:rPr lang="es-ES" smtClean="0"/>
              <a:t>04/01/2026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CF38B2-4737-48D5-BC85-05AF8A8F42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4981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6E6F0-DCE2-F8D0-056D-C513C6582A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ES" sz="4000" b="1" dirty="0"/>
              <a:t>CONTRASTE DE HIPÓTESIS</a:t>
            </a:r>
            <a:br>
              <a:rPr lang="es-ES" sz="4000" b="1" dirty="0"/>
            </a:br>
            <a:r>
              <a:rPr lang="es-ES" sz="4000" b="1" dirty="0"/>
              <a:t>IMPACTO EN REDISEÑO DE</a:t>
            </a:r>
            <a:br>
              <a:rPr lang="es-ES" sz="4000" b="1" dirty="0"/>
            </a:br>
            <a:r>
              <a:rPr lang="es-ES" sz="4000" b="1" dirty="0"/>
              <a:t>LA LANDING PAGE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50BEB1-6665-1614-FCCD-B27CCCC1A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160561"/>
            <a:ext cx="7766936" cy="1096899"/>
          </a:xfrm>
        </p:spPr>
        <p:txBody>
          <a:bodyPr/>
          <a:lstStyle/>
          <a:p>
            <a:pPr algn="ctr"/>
            <a:r>
              <a:rPr lang="es-ES" dirty="0"/>
              <a:t>Realizado por Sergio García</a:t>
            </a:r>
          </a:p>
        </p:txBody>
      </p:sp>
    </p:spTree>
    <p:extLst>
      <p:ext uri="{BB962C8B-B14F-4D97-AF65-F5344CB8AC3E}">
        <p14:creationId xmlns:p14="http://schemas.microsoft.com/office/powerpoint/2010/main" val="1967655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0473E-5CD3-5E1E-038C-03EAC58F4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5800"/>
          </a:xfrm>
        </p:spPr>
        <p:txBody>
          <a:bodyPr/>
          <a:lstStyle/>
          <a:p>
            <a:r>
              <a:rPr lang="es-ES" b="1" dirty="0"/>
              <a:t>1) Datos iniciales</a:t>
            </a:r>
            <a:endParaRPr lang="es-ES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E299312A-B9D3-E34C-BC6C-855CD9CA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62" y="1916404"/>
            <a:ext cx="5616769" cy="151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35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6F232-3BE5-33C2-8062-BF09927D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896434" cy="1320800"/>
          </a:xfrm>
        </p:spPr>
        <p:txBody>
          <a:bodyPr>
            <a:normAutofit/>
          </a:bodyPr>
          <a:lstStyle/>
          <a:p>
            <a:r>
              <a:rPr lang="es-ES" b="1" dirty="0"/>
              <a:t>2) Media de visitas diarias Landing B &gt; media de visitas Landing A</a:t>
            </a: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70D0947C-E5D5-688C-899D-618A9D307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61" y="2095428"/>
            <a:ext cx="4588090" cy="822393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26045C36-B68E-3BB7-2104-06199F87E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063" y="1974654"/>
            <a:ext cx="2890225" cy="987493"/>
          </a:xfrm>
          <a:prstGeom prst="rect">
            <a:avLst/>
          </a:prstGeom>
        </p:spPr>
      </p:pic>
      <p:pic>
        <p:nvPicPr>
          <p:cNvPr id="11" name="Imagen 10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B85D0550-692F-06F8-2CAA-3E198B0B7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051" y="3397151"/>
            <a:ext cx="7799000" cy="3060899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13D7573E-A5D5-F008-6A37-419FE6A22018}"/>
              </a:ext>
            </a:extLst>
          </p:cNvPr>
          <p:cNvSpPr/>
          <p:nvPr/>
        </p:nvSpPr>
        <p:spPr>
          <a:xfrm>
            <a:off x="3429000" y="4238268"/>
            <a:ext cx="694944" cy="29260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9152478-3F1B-1F64-E5D3-0557D253517F}"/>
              </a:ext>
            </a:extLst>
          </p:cNvPr>
          <p:cNvSpPr/>
          <p:nvPr/>
        </p:nvSpPr>
        <p:spPr>
          <a:xfrm>
            <a:off x="8046720" y="4657368"/>
            <a:ext cx="800100" cy="35659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45BE22B-D04A-3932-D07B-B7B28D1BF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617" y="5121300"/>
            <a:ext cx="2532563" cy="15119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A4C67581-2F98-461C-1433-3F2022C029D8}"/>
              </a:ext>
            </a:extLst>
          </p:cNvPr>
          <p:cNvSpPr txBox="1"/>
          <p:nvPr/>
        </p:nvSpPr>
        <p:spPr>
          <a:xfrm>
            <a:off x="7283358" y="5526720"/>
            <a:ext cx="2157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92D050"/>
                </a:solidFill>
              </a:rPr>
              <a:t>NO RECHAZAMOS H0</a:t>
            </a:r>
          </a:p>
        </p:txBody>
      </p:sp>
    </p:spTree>
    <p:extLst>
      <p:ext uri="{BB962C8B-B14F-4D97-AF65-F5344CB8AC3E}">
        <p14:creationId xmlns:p14="http://schemas.microsoft.com/office/powerpoint/2010/main" val="168209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FA69D-1679-9031-F8E5-D9D8FFAF7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3FAE6-647D-EDB9-FD80-6B70B0FA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896434" cy="1320800"/>
          </a:xfrm>
        </p:spPr>
        <p:txBody>
          <a:bodyPr>
            <a:normAutofit/>
          </a:bodyPr>
          <a:lstStyle/>
          <a:p>
            <a:r>
              <a:rPr lang="es-ES" b="1" dirty="0"/>
              <a:t>3) Media de ventas diarias Landing B &gt; media de ventas Landing A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4D942448-26AB-78F9-40AD-9FF25FBE6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20241"/>
            <a:ext cx="4839871" cy="1184934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E868D607-ABE5-847A-0E9D-6041D1F79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985" y="2230113"/>
            <a:ext cx="2700577" cy="827411"/>
          </a:xfrm>
          <a:prstGeom prst="rect">
            <a:avLst/>
          </a:prstGeom>
        </p:spPr>
      </p:pic>
      <p:pic>
        <p:nvPicPr>
          <p:cNvPr id="11" name="Imagen 10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8E03A38B-E1F2-D567-E49E-EF93CCDBF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3495016"/>
            <a:ext cx="8076141" cy="3046908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9FA50B83-A444-B233-FD35-B860D6D8B281}"/>
              </a:ext>
            </a:extLst>
          </p:cNvPr>
          <p:cNvSpPr/>
          <p:nvPr/>
        </p:nvSpPr>
        <p:spPr>
          <a:xfrm>
            <a:off x="5748528" y="5076468"/>
            <a:ext cx="694944" cy="29260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3E543E2-751E-90A2-7C7E-246FBD7A4F21}"/>
              </a:ext>
            </a:extLst>
          </p:cNvPr>
          <p:cNvSpPr/>
          <p:nvPr/>
        </p:nvSpPr>
        <p:spPr>
          <a:xfrm>
            <a:off x="5806440" y="5558917"/>
            <a:ext cx="694944" cy="29260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70C7F67-C85A-9205-8A6E-442C4FEC8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766" y="5622351"/>
            <a:ext cx="2674449" cy="16574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3126003-6582-D9D8-20B0-DD0FB5AF99DE}"/>
              </a:ext>
            </a:extLst>
          </p:cNvPr>
          <p:cNvSpPr txBox="1"/>
          <p:nvPr/>
        </p:nvSpPr>
        <p:spPr>
          <a:xfrm>
            <a:off x="7117393" y="6369165"/>
            <a:ext cx="2157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0000"/>
                </a:solidFill>
              </a:rPr>
              <a:t>RECHAZAMOS H0</a:t>
            </a:r>
          </a:p>
        </p:txBody>
      </p:sp>
    </p:spTree>
    <p:extLst>
      <p:ext uri="{BB962C8B-B14F-4D97-AF65-F5344CB8AC3E}">
        <p14:creationId xmlns:p14="http://schemas.microsoft.com/office/powerpoint/2010/main" val="155183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2A39-B7E6-3772-8C1A-2D7D7974E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6AFD8-4887-06CA-DE32-7BC2447C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954" y="430295"/>
            <a:ext cx="8896434" cy="1320800"/>
          </a:xfrm>
        </p:spPr>
        <p:txBody>
          <a:bodyPr>
            <a:normAutofit/>
          </a:bodyPr>
          <a:lstStyle/>
          <a:p>
            <a:r>
              <a:rPr lang="es-ES" b="1" dirty="0"/>
              <a:t>4) Tasa de conversión en la Landing B !=  tasa de conversión en la Landing 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0C748F-9519-52E5-38B9-93BC4F19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43" y="1930400"/>
            <a:ext cx="9679394" cy="923943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9A711D5C-3403-BBBB-F50E-4600B3ADC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843" y="3000827"/>
            <a:ext cx="3248207" cy="85634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AB6B8F0-92E1-C7F2-0994-91176A3504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855"/>
          <a:stretch>
            <a:fillRect/>
          </a:stretch>
        </p:blipFill>
        <p:spPr>
          <a:xfrm>
            <a:off x="677334" y="4215784"/>
            <a:ext cx="4089016" cy="711817"/>
          </a:xfrm>
          <a:prstGeom prst="rect">
            <a:avLst/>
          </a:prstGeom>
        </p:spPr>
      </p:pic>
      <p:pic>
        <p:nvPicPr>
          <p:cNvPr id="20" name="Imagen 19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1E657A85-468F-98B8-EEAA-A0CD11723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4495" y="2951218"/>
            <a:ext cx="6858822" cy="3476487"/>
          </a:xfrm>
          <a:prstGeom prst="rect">
            <a:avLst/>
          </a:prstGeom>
        </p:spPr>
      </p:pic>
      <p:sp>
        <p:nvSpPr>
          <p:cNvPr id="21" name="Elipse 20">
            <a:extLst>
              <a:ext uri="{FF2B5EF4-FFF2-40B4-BE49-F238E27FC236}">
                <a16:creationId xmlns:a16="http://schemas.microsoft.com/office/drawing/2014/main" id="{52C6B0B3-2CDD-0AC8-B997-A1B6FEABA11E}"/>
              </a:ext>
            </a:extLst>
          </p:cNvPr>
          <p:cNvSpPr/>
          <p:nvPr/>
        </p:nvSpPr>
        <p:spPr>
          <a:xfrm>
            <a:off x="7828788" y="3773448"/>
            <a:ext cx="694944" cy="29260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F5D8556-A424-6255-D867-B13F53B21DD7}"/>
              </a:ext>
            </a:extLst>
          </p:cNvPr>
          <p:cNvSpPr/>
          <p:nvPr/>
        </p:nvSpPr>
        <p:spPr>
          <a:xfrm>
            <a:off x="5337048" y="4781296"/>
            <a:ext cx="1147572" cy="301243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032071BB-EEC1-2977-033A-3211034728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201" y="5192581"/>
            <a:ext cx="3988970" cy="252902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EABBCD9E-E5AD-E541-F7BA-26EBD7F7FC7E}"/>
              </a:ext>
            </a:extLst>
          </p:cNvPr>
          <p:cNvSpPr txBox="1"/>
          <p:nvPr/>
        </p:nvSpPr>
        <p:spPr>
          <a:xfrm>
            <a:off x="2234497" y="5541186"/>
            <a:ext cx="2157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0000"/>
                </a:solidFill>
              </a:rPr>
              <a:t>RECHAZAMOS H0</a:t>
            </a:r>
          </a:p>
        </p:txBody>
      </p:sp>
    </p:spTree>
    <p:extLst>
      <p:ext uri="{BB962C8B-B14F-4D97-AF65-F5344CB8AC3E}">
        <p14:creationId xmlns:p14="http://schemas.microsoft.com/office/powerpoint/2010/main" val="42660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6" grpId="0"/>
    </p:bld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154</TotalTime>
  <Words>72</Words>
  <Application>Microsoft Office PowerPoint</Application>
  <PresentationFormat>Panorámica</PresentationFormat>
  <Paragraphs>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Faceta</vt:lpstr>
      <vt:lpstr>CONTRASTE DE HIPÓTESIS IMPACTO EN REDISEÑO DE LA LANDING PAGE</vt:lpstr>
      <vt:lpstr>1) Datos iniciales</vt:lpstr>
      <vt:lpstr>2) Media de visitas diarias Landing B &gt; media de visitas Landing A</vt:lpstr>
      <vt:lpstr>3) Media de ventas diarias Landing B &gt; media de ventas Landing A</vt:lpstr>
      <vt:lpstr>4) Tasa de conversión en la Landing B !=  tasa de conversión en la Landing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García</dc:creator>
  <cp:lastModifiedBy>Sergio García</cp:lastModifiedBy>
  <cp:revision>1</cp:revision>
  <dcterms:created xsi:type="dcterms:W3CDTF">2026-01-04T18:46:43Z</dcterms:created>
  <dcterms:modified xsi:type="dcterms:W3CDTF">2026-01-04T21:21:00Z</dcterms:modified>
</cp:coreProperties>
</file>